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13"/>
  </p:notesMasterIdLst>
  <p:sldIdLst>
    <p:sldId id="285" r:id="rId2"/>
    <p:sldId id="276" r:id="rId3"/>
    <p:sldId id="257" r:id="rId4"/>
    <p:sldId id="278" r:id="rId5"/>
    <p:sldId id="277" r:id="rId6"/>
    <p:sldId id="279" r:id="rId7"/>
    <p:sldId id="280" r:id="rId8"/>
    <p:sldId id="283" r:id="rId9"/>
    <p:sldId id="281" r:id="rId10"/>
    <p:sldId id="284" r:id="rId11"/>
    <p:sldId id="282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20B3F3-979D-4FE3-A43A-1DDE5BBFC05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7FAF75E-D169-4505-AC9A-BBB6C9D969C3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Servomotores y su funcionamiento </a:t>
          </a:r>
          <a:endParaRPr lang="en-US"/>
        </a:p>
      </dgm:t>
    </dgm:pt>
    <dgm:pt modelId="{F708815B-F25D-41F5-AC0D-F0AA8D0391FF}" type="parTrans" cxnId="{3020A571-417F-428D-BA4C-A894C776C728}">
      <dgm:prSet/>
      <dgm:spPr/>
      <dgm:t>
        <a:bodyPr/>
        <a:lstStyle/>
        <a:p>
          <a:endParaRPr lang="en-US"/>
        </a:p>
      </dgm:t>
    </dgm:pt>
    <dgm:pt modelId="{D0F88653-D270-42D6-B1BC-C6AE1450F440}" type="sibTrans" cxnId="{3020A571-417F-428D-BA4C-A894C776C728}">
      <dgm:prSet/>
      <dgm:spPr/>
      <dgm:t>
        <a:bodyPr/>
        <a:lstStyle/>
        <a:p>
          <a:endParaRPr lang="en-US"/>
        </a:p>
      </dgm:t>
    </dgm:pt>
    <dgm:pt modelId="{53229F65-ADA9-4E15-A5C6-850AF8D6CAA2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Conexión entre Arduino y servo</a:t>
          </a:r>
          <a:endParaRPr lang="en-US"/>
        </a:p>
      </dgm:t>
    </dgm:pt>
    <dgm:pt modelId="{48F7D0A6-3C2B-480F-9D88-FE8EC187DD28}" type="parTrans" cxnId="{940BF007-1DBB-4707-9E15-03CC29BCBFF3}">
      <dgm:prSet/>
      <dgm:spPr/>
      <dgm:t>
        <a:bodyPr/>
        <a:lstStyle/>
        <a:p>
          <a:endParaRPr lang="en-US"/>
        </a:p>
      </dgm:t>
    </dgm:pt>
    <dgm:pt modelId="{C89AB8B7-D304-46B0-9626-CA4D100CE2B6}" type="sibTrans" cxnId="{940BF007-1DBB-4707-9E15-03CC29BCBFF3}">
      <dgm:prSet/>
      <dgm:spPr/>
      <dgm:t>
        <a:bodyPr/>
        <a:lstStyle/>
        <a:p>
          <a:endParaRPr lang="en-US"/>
        </a:p>
      </dgm:t>
    </dgm:pt>
    <dgm:pt modelId="{273F603E-39E4-4EF3-A6BF-61DCC865A480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Motores paso a paso (Stepper)</a:t>
          </a:r>
          <a:endParaRPr lang="en-US"/>
        </a:p>
      </dgm:t>
    </dgm:pt>
    <dgm:pt modelId="{D2DE3CC0-07B9-4E5D-A3F6-F50544B0ECA5}" type="parTrans" cxnId="{C51FEA5A-B829-4DF9-B20D-C5812023338E}">
      <dgm:prSet/>
      <dgm:spPr/>
      <dgm:t>
        <a:bodyPr/>
        <a:lstStyle/>
        <a:p>
          <a:endParaRPr lang="en-US"/>
        </a:p>
      </dgm:t>
    </dgm:pt>
    <dgm:pt modelId="{74FF30D3-A53A-46A4-B237-77912511ADEF}" type="sibTrans" cxnId="{C51FEA5A-B829-4DF9-B20D-C5812023338E}">
      <dgm:prSet/>
      <dgm:spPr/>
      <dgm:t>
        <a:bodyPr/>
        <a:lstStyle/>
        <a:p>
          <a:endParaRPr lang="en-US"/>
        </a:p>
      </dgm:t>
    </dgm:pt>
    <dgm:pt modelId="{5485016E-6DF5-495F-AE3A-A691BDA3D0FE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Tipos de motores steppers</a:t>
          </a:r>
          <a:endParaRPr lang="en-US"/>
        </a:p>
      </dgm:t>
    </dgm:pt>
    <dgm:pt modelId="{1081C741-B8F6-4968-A827-33FB63EE1329}" type="parTrans" cxnId="{49A84B3B-3F5B-4F88-B17F-4B040005F956}">
      <dgm:prSet/>
      <dgm:spPr/>
      <dgm:t>
        <a:bodyPr/>
        <a:lstStyle/>
        <a:p>
          <a:endParaRPr lang="en-US"/>
        </a:p>
      </dgm:t>
    </dgm:pt>
    <dgm:pt modelId="{ECCCE616-7E8D-4A08-BA9E-B2481BF881E3}" type="sibTrans" cxnId="{49A84B3B-3F5B-4F88-B17F-4B040005F956}">
      <dgm:prSet/>
      <dgm:spPr/>
      <dgm:t>
        <a:bodyPr/>
        <a:lstStyle/>
        <a:p>
          <a:endParaRPr lang="en-US"/>
        </a:p>
      </dgm:t>
    </dgm:pt>
    <dgm:pt modelId="{6D811FC2-3F5E-40AF-BAE4-C5FDDF6B9325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Control de motores steppers</a:t>
          </a:r>
          <a:endParaRPr lang="en-US"/>
        </a:p>
      </dgm:t>
    </dgm:pt>
    <dgm:pt modelId="{D86AAA03-7F9D-4611-9AC8-39F6586E40B1}" type="parTrans" cxnId="{03EA8EE8-2257-4817-95A3-3E30E7924CB2}">
      <dgm:prSet/>
      <dgm:spPr/>
      <dgm:t>
        <a:bodyPr/>
        <a:lstStyle/>
        <a:p>
          <a:endParaRPr lang="en-US"/>
        </a:p>
      </dgm:t>
    </dgm:pt>
    <dgm:pt modelId="{B2DBC0CC-41A1-45AF-823E-1B1650584D35}" type="sibTrans" cxnId="{03EA8EE8-2257-4817-95A3-3E30E7924CB2}">
      <dgm:prSet/>
      <dgm:spPr/>
      <dgm:t>
        <a:bodyPr/>
        <a:lstStyle/>
        <a:p>
          <a:endParaRPr lang="en-US"/>
        </a:p>
      </dgm:t>
    </dgm:pt>
    <dgm:pt modelId="{EA2C7353-D761-4863-A554-C7F9694AEC23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Ventajas y desventajas de los motores steppers</a:t>
          </a:r>
          <a:endParaRPr lang="en-US"/>
        </a:p>
      </dgm:t>
    </dgm:pt>
    <dgm:pt modelId="{D4CBB94C-CF32-449B-B4FD-59C170512E57}" type="parTrans" cxnId="{088771D0-A14A-4BA3-8001-2022E6258C8A}">
      <dgm:prSet/>
      <dgm:spPr/>
      <dgm:t>
        <a:bodyPr/>
        <a:lstStyle/>
        <a:p>
          <a:endParaRPr lang="en-US"/>
        </a:p>
      </dgm:t>
    </dgm:pt>
    <dgm:pt modelId="{059540D1-A2F1-4EB1-89E5-B5DCBA78D2F9}" type="sibTrans" cxnId="{088771D0-A14A-4BA3-8001-2022E6258C8A}">
      <dgm:prSet/>
      <dgm:spPr/>
      <dgm:t>
        <a:bodyPr/>
        <a:lstStyle/>
        <a:p>
          <a:endParaRPr lang="en-US"/>
        </a:p>
      </dgm:t>
    </dgm:pt>
    <dgm:pt modelId="{45305DAD-71CE-44B7-804D-0602F77DFE51}" type="pres">
      <dgm:prSet presAssocID="{B020B3F3-979D-4FE3-A43A-1DDE5BBFC05F}" presName="root" presStyleCnt="0">
        <dgm:presLayoutVars>
          <dgm:dir/>
          <dgm:resizeHandles val="exact"/>
        </dgm:presLayoutVars>
      </dgm:prSet>
      <dgm:spPr/>
    </dgm:pt>
    <dgm:pt modelId="{BE15B204-AACB-4AD4-A6D4-226BB6969EFA}" type="pres">
      <dgm:prSet presAssocID="{C7FAF75E-D169-4505-AC9A-BBB6C9D969C3}" presName="compNode" presStyleCnt="0"/>
      <dgm:spPr/>
    </dgm:pt>
    <dgm:pt modelId="{E98FBF88-8AE6-415E-8B2C-F59EA35B6526}" type="pres">
      <dgm:prSet presAssocID="{C7FAF75E-D169-4505-AC9A-BBB6C9D969C3}" presName="bgRect" presStyleLbl="bgShp" presStyleIdx="0" presStyleCnt="6"/>
      <dgm:spPr/>
    </dgm:pt>
    <dgm:pt modelId="{6E2C7CF0-6B03-440A-8226-526D83737F6D}" type="pres">
      <dgm:prSet presAssocID="{C7FAF75E-D169-4505-AC9A-BBB6C9D969C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BED450DF-4952-45F6-B94F-BC8B62F808AB}" type="pres">
      <dgm:prSet presAssocID="{C7FAF75E-D169-4505-AC9A-BBB6C9D969C3}" presName="spaceRect" presStyleCnt="0"/>
      <dgm:spPr/>
    </dgm:pt>
    <dgm:pt modelId="{C22BD148-9541-4B80-B7E3-C743BDD70DAC}" type="pres">
      <dgm:prSet presAssocID="{C7FAF75E-D169-4505-AC9A-BBB6C9D969C3}" presName="parTx" presStyleLbl="revTx" presStyleIdx="0" presStyleCnt="6">
        <dgm:presLayoutVars>
          <dgm:chMax val="0"/>
          <dgm:chPref val="0"/>
        </dgm:presLayoutVars>
      </dgm:prSet>
      <dgm:spPr/>
    </dgm:pt>
    <dgm:pt modelId="{D5E5927E-8A8F-42CA-A409-7B98F36861BB}" type="pres">
      <dgm:prSet presAssocID="{D0F88653-D270-42D6-B1BC-C6AE1450F440}" presName="sibTrans" presStyleCnt="0"/>
      <dgm:spPr/>
    </dgm:pt>
    <dgm:pt modelId="{460D99A1-48E6-497F-B6A6-DC2DEF2A9124}" type="pres">
      <dgm:prSet presAssocID="{53229F65-ADA9-4E15-A5C6-850AF8D6CAA2}" presName="compNode" presStyleCnt="0"/>
      <dgm:spPr/>
    </dgm:pt>
    <dgm:pt modelId="{877C00CE-AA10-4163-8715-223EB8D0E2EB}" type="pres">
      <dgm:prSet presAssocID="{53229F65-ADA9-4E15-A5C6-850AF8D6CAA2}" presName="bgRect" presStyleLbl="bgShp" presStyleIdx="1" presStyleCnt="6"/>
      <dgm:spPr/>
    </dgm:pt>
    <dgm:pt modelId="{610E4DC6-8514-4822-A890-80E38073F7F8}" type="pres">
      <dgm:prSet presAssocID="{53229F65-ADA9-4E15-A5C6-850AF8D6CAA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02A912A8-DA3C-40E4-A203-72B95E888C32}" type="pres">
      <dgm:prSet presAssocID="{53229F65-ADA9-4E15-A5C6-850AF8D6CAA2}" presName="spaceRect" presStyleCnt="0"/>
      <dgm:spPr/>
    </dgm:pt>
    <dgm:pt modelId="{7FA666BA-13CF-41C3-96F7-4D860A715111}" type="pres">
      <dgm:prSet presAssocID="{53229F65-ADA9-4E15-A5C6-850AF8D6CAA2}" presName="parTx" presStyleLbl="revTx" presStyleIdx="1" presStyleCnt="6">
        <dgm:presLayoutVars>
          <dgm:chMax val="0"/>
          <dgm:chPref val="0"/>
        </dgm:presLayoutVars>
      </dgm:prSet>
      <dgm:spPr/>
    </dgm:pt>
    <dgm:pt modelId="{12627646-198B-4A7B-A7A1-A1A4334E0F60}" type="pres">
      <dgm:prSet presAssocID="{C89AB8B7-D304-46B0-9626-CA4D100CE2B6}" presName="sibTrans" presStyleCnt="0"/>
      <dgm:spPr/>
    </dgm:pt>
    <dgm:pt modelId="{956911A2-8917-4140-A623-56713478BB7A}" type="pres">
      <dgm:prSet presAssocID="{273F603E-39E4-4EF3-A6BF-61DCC865A480}" presName="compNode" presStyleCnt="0"/>
      <dgm:spPr/>
    </dgm:pt>
    <dgm:pt modelId="{1A6AD356-4471-4A97-A396-F5C5C95FE1FF}" type="pres">
      <dgm:prSet presAssocID="{273F603E-39E4-4EF3-A6BF-61DCC865A480}" presName="bgRect" presStyleLbl="bgShp" presStyleIdx="2" presStyleCnt="6"/>
      <dgm:spPr/>
    </dgm:pt>
    <dgm:pt modelId="{4B21ADCE-1B92-4F74-83A8-18412DBCBD42}" type="pres">
      <dgm:prSet presAssocID="{273F603E-39E4-4EF3-A6BF-61DCC865A48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tones"/>
        </a:ext>
      </dgm:extLst>
    </dgm:pt>
    <dgm:pt modelId="{C071B7FB-0ECC-4140-B124-9348317723E4}" type="pres">
      <dgm:prSet presAssocID="{273F603E-39E4-4EF3-A6BF-61DCC865A480}" presName="spaceRect" presStyleCnt="0"/>
      <dgm:spPr/>
    </dgm:pt>
    <dgm:pt modelId="{A8992D08-CDEC-4135-B4D1-A841A8072AE8}" type="pres">
      <dgm:prSet presAssocID="{273F603E-39E4-4EF3-A6BF-61DCC865A480}" presName="parTx" presStyleLbl="revTx" presStyleIdx="2" presStyleCnt="6">
        <dgm:presLayoutVars>
          <dgm:chMax val="0"/>
          <dgm:chPref val="0"/>
        </dgm:presLayoutVars>
      </dgm:prSet>
      <dgm:spPr/>
    </dgm:pt>
    <dgm:pt modelId="{330D8B9F-4A01-4210-95E6-76566F5E40A4}" type="pres">
      <dgm:prSet presAssocID="{74FF30D3-A53A-46A4-B237-77912511ADEF}" presName="sibTrans" presStyleCnt="0"/>
      <dgm:spPr/>
    </dgm:pt>
    <dgm:pt modelId="{FB74DE6A-587A-4474-BEFD-7B91059979C7}" type="pres">
      <dgm:prSet presAssocID="{5485016E-6DF5-495F-AE3A-A691BDA3D0FE}" presName="compNode" presStyleCnt="0"/>
      <dgm:spPr/>
    </dgm:pt>
    <dgm:pt modelId="{D1F4BFD0-07C0-4999-BC5F-03A829F3D6ED}" type="pres">
      <dgm:prSet presAssocID="{5485016E-6DF5-495F-AE3A-A691BDA3D0FE}" presName="bgRect" presStyleLbl="bgShp" presStyleIdx="3" presStyleCnt="6"/>
      <dgm:spPr/>
    </dgm:pt>
    <dgm:pt modelId="{686DBAAC-D49E-4606-92CE-93DC9D330141}" type="pres">
      <dgm:prSet presAssocID="{5485016E-6DF5-495F-AE3A-A691BDA3D0F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CFAC3120-5821-464E-A925-8B75A7B49C9B}" type="pres">
      <dgm:prSet presAssocID="{5485016E-6DF5-495F-AE3A-A691BDA3D0FE}" presName="spaceRect" presStyleCnt="0"/>
      <dgm:spPr/>
    </dgm:pt>
    <dgm:pt modelId="{739502DC-5CA6-4F1F-B921-8C8101FC06C6}" type="pres">
      <dgm:prSet presAssocID="{5485016E-6DF5-495F-AE3A-A691BDA3D0FE}" presName="parTx" presStyleLbl="revTx" presStyleIdx="3" presStyleCnt="6">
        <dgm:presLayoutVars>
          <dgm:chMax val="0"/>
          <dgm:chPref val="0"/>
        </dgm:presLayoutVars>
      </dgm:prSet>
      <dgm:spPr/>
    </dgm:pt>
    <dgm:pt modelId="{762B4095-8F7F-474A-9474-9A3518C370E0}" type="pres">
      <dgm:prSet presAssocID="{ECCCE616-7E8D-4A08-BA9E-B2481BF881E3}" presName="sibTrans" presStyleCnt="0"/>
      <dgm:spPr/>
    </dgm:pt>
    <dgm:pt modelId="{6430FE6D-FA53-4921-86EF-B7C19A38E132}" type="pres">
      <dgm:prSet presAssocID="{6D811FC2-3F5E-40AF-BAE4-C5FDDF6B9325}" presName="compNode" presStyleCnt="0"/>
      <dgm:spPr/>
    </dgm:pt>
    <dgm:pt modelId="{3238510D-C0DC-4725-BB23-F92A378D4C63}" type="pres">
      <dgm:prSet presAssocID="{6D811FC2-3F5E-40AF-BAE4-C5FDDF6B9325}" presName="bgRect" presStyleLbl="bgShp" presStyleIdx="4" presStyleCnt="6"/>
      <dgm:spPr/>
    </dgm:pt>
    <dgm:pt modelId="{58B5E207-ED5B-4179-98DE-FEF0A4158347}" type="pres">
      <dgm:prSet presAssocID="{6D811FC2-3F5E-40AF-BAE4-C5FDDF6B932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0E80EA92-A1B9-4D12-9AE2-8F9DAEA3ADA7}" type="pres">
      <dgm:prSet presAssocID="{6D811FC2-3F5E-40AF-BAE4-C5FDDF6B9325}" presName="spaceRect" presStyleCnt="0"/>
      <dgm:spPr/>
    </dgm:pt>
    <dgm:pt modelId="{A86FB539-6583-4770-BAE3-E173567949E4}" type="pres">
      <dgm:prSet presAssocID="{6D811FC2-3F5E-40AF-BAE4-C5FDDF6B9325}" presName="parTx" presStyleLbl="revTx" presStyleIdx="4" presStyleCnt="6">
        <dgm:presLayoutVars>
          <dgm:chMax val="0"/>
          <dgm:chPref val="0"/>
        </dgm:presLayoutVars>
      </dgm:prSet>
      <dgm:spPr/>
    </dgm:pt>
    <dgm:pt modelId="{9414F5E1-3475-4BCF-BBC8-28F07F051E25}" type="pres">
      <dgm:prSet presAssocID="{B2DBC0CC-41A1-45AF-823E-1B1650584D35}" presName="sibTrans" presStyleCnt="0"/>
      <dgm:spPr/>
    </dgm:pt>
    <dgm:pt modelId="{B4053235-5023-4FA7-A114-A03CCB3CC60C}" type="pres">
      <dgm:prSet presAssocID="{EA2C7353-D761-4863-A554-C7F9694AEC23}" presName="compNode" presStyleCnt="0"/>
      <dgm:spPr/>
    </dgm:pt>
    <dgm:pt modelId="{A28AEDE6-C6A1-4962-ADB1-6525C9CEFB20}" type="pres">
      <dgm:prSet presAssocID="{EA2C7353-D761-4863-A554-C7F9694AEC23}" presName="bgRect" presStyleLbl="bgShp" presStyleIdx="5" presStyleCnt="6"/>
      <dgm:spPr/>
    </dgm:pt>
    <dgm:pt modelId="{2B3AF1D5-A496-43CE-BE3D-CA667EFE8E8C}" type="pres">
      <dgm:prSet presAssocID="{EA2C7353-D761-4863-A554-C7F9694AEC2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D87C094D-634F-4A90-BA25-6C0EFB759D7B}" type="pres">
      <dgm:prSet presAssocID="{EA2C7353-D761-4863-A554-C7F9694AEC23}" presName="spaceRect" presStyleCnt="0"/>
      <dgm:spPr/>
    </dgm:pt>
    <dgm:pt modelId="{8727280E-5305-43B1-9192-A4DC56077649}" type="pres">
      <dgm:prSet presAssocID="{EA2C7353-D761-4863-A554-C7F9694AEC2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940BF007-1DBB-4707-9E15-03CC29BCBFF3}" srcId="{B020B3F3-979D-4FE3-A43A-1DDE5BBFC05F}" destId="{53229F65-ADA9-4E15-A5C6-850AF8D6CAA2}" srcOrd="1" destOrd="0" parTransId="{48F7D0A6-3C2B-480F-9D88-FE8EC187DD28}" sibTransId="{C89AB8B7-D304-46B0-9626-CA4D100CE2B6}"/>
    <dgm:cxn modelId="{49A84B3B-3F5B-4F88-B17F-4B040005F956}" srcId="{B020B3F3-979D-4FE3-A43A-1DDE5BBFC05F}" destId="{5485016E-6DF5-495F-AE3A-A691BDA3D0FE}" srcOrd="3" destOrd="0" parTransId="{1081C741-B8F6-4968-A827-33FB63EE1329}" sibTransId="{ECCCE616-7E8D-4A08-BA9E-B2481BF881E3}"/>
    <dgm:cxn modelId="{824C2364-0564-42A6-A811-B458F3F68138}" type="presOf" srcId="{53229F65-ADA9-4E15-A5C6-850AF8D6CAA2}" destId="{7FA666BA-13CF-41C3-96F7-4D860A715111}" srcOrd="0" destOrd="0" presId="urn:microsoft.com/office/officeart/2018/2/layout/IconVerticalSolidList"/>
    <dgm:cxn modelId="{DD90C544-CC4F-4940-B1CE-11FAA6C3227A}" type="presOf" srcId="{EA2C7353-D761-4863-A554-C7F9694AEC23}" destId="{8727280E-5305-43B1-9192-A4DC56077649}" srcOrd="0" destOrd="0" presId="urn:microsoft.com/office/officeart/2018/2/layout/IconVerticalSolidList"/>
    <dgm:cxn modelId="{3020A571-417F-428D-BA4C-A894C776C728}" srcId="{B020B3F3-979D-4FE3-A43A-1DDE5BBFC05F}" destId="{C7FAF75E-D169-4505-AC9A-BBB6C9D969C3}" srcOrd="0" destOrd="0" parTransId="{F708815B-F25D-41F5-AC0D-F0AA8D0391FF}" sibTransId="{D0F88653-D270-42D6-B1BC-C6AE1450F440}"/>
    <dgm:cxn modelId="{E04EF259-C952-4044-81D7-97A2946E8376}" type="presOf" srcId="{273F603E-39E4-4EF3-A6BF-61DCC865A480}" destId="{A8992D08-CDEC-4135-B4D1-A841A8072AE8}" srcOrd="0" destOrd="0" presId="urn:microsoft.com/office/officeart/2018/2/layout/IconVerticalSolidList"/>
    <dgm:cxn modelId="{C51FEA5A-B829-4DF9-B20D-C5812023338E}" srcId="{B020B3F3-979D-4FE3-A43A-1DDE5BBFC05F}" destId="{273F603E-39E4-4EF3-A6BF-61DCC865A480}" srcOrd="2" destOrd="0" parTransId="{D2DE3CC0-07B9-4E5D-A3F6-F50544B0ECA5}" sibTransId="{74FF30D3-A53A-46A4-B237-77912511ADEF}"/>
    <dgm:cxn modelId="{81567698-B8F7-4717-B2EC-7457E0312957}" type="presOf" srcId="{6D811FC2-3F5E-40AF-BAE4-C5FDDF6B9325}" destId="{A86FB539-6583-4770-BAE3-E173567949E4}" srcOrd="0" destOrd="0" presId="urn:microsoft.com/office/officeart/2018/2/layout/IconVerticalSolidList"/>
    <dgm:cxn modelId="{A48E99A8-6B58-4D06-BC5B-CF7E34C3155D}" type="presOf" srcId="{B020B3F3-979D-4FE3-A43A-1DDE5BBFC05F}" destId="{45305DAD-71CE-44B7-804D-0602F77DFE51}" srcOrd="0" destOrd="0" presId="urn:microsoft.com/office/officeart/2018/2/layout/IconVerticalSolidList"/>
    <dgm:cxn modelId="{82AE9EC5-28AC-4D17-9D92-749636E558C8}" type="presOf" srcId="{C7FAF75E-D169-4505-AC9A-BBB6C9D969C3}" destId="{C22BD148-9541-4B80-B7E3-C743BDD70DAC}" srcOrd="0" destOrd="0" presId="urn:microsoft.com/office/officeart/2018/2/layout/IconVerticalSolidList"/>
    <dgm:cxn modelId="{02D9D8C6-7E56-44D8-9C3C-7BD86C654FA3}" type="presOf" srcId="{5485016E-6DF5-495F-AE3A-A691BDA3D0FE}" destId="{739502DC-5CA6-4F1F-B921-8C8101FC06C6}" srcOrd="0" destOrd="0" presId="urn:microsoft.com/office/officeart/2018/2/layout/IconVerticalSolidList"/>
    <dgm:cxn modelId="{088771D0-A14A-4BA3-8001-2022E6258C8A}" srcId="{B020B3F3-979D-4FE3-A43A-1DDE5BBFC05F}" destId="{EA2C7353-D761-4863-A554-C7F9694AEC23}" srcOrd="5" destOrd="0" parTransId="{D4CBB94C-CF32-449B-B4FD-59C170512E57}" sibTransId="{059540D1-A2F1-4EB1-89E5-B5DCBA78D2F9}"/>
    <dgm:cxn modelId="{03EA8EE8-2257-4817-95A3-3E30E7924CB2}" srcId="{B020B3F3-979D-4FE3-A43A-1DDE5BBFC05F}" destId="{6D811FC2-3F5E-40AF-BAE4-C5FDDF6B9325}" srcOrd="4" destOrd="0" parTransId="{D86AAA03-7F9D-4611-9AC8-39F6586E40B1}" sibTransId="{B2DBC0CC-41A1-45AF-823E-1B1650584D35}"/>
    <dgm:cxn modelId="{0E646E95-E610-4EA7-87DC-29F693FF02C8}" type="presParOf" srcId="{45305DAD-71CE-44B7-804D-0602F77DFE51}" destId="{BE15B204-AACB-4AD4-A6D4-226BB6969EFA}" srcOrd="0" destOrd="0" presId="urn:microsoft.com/office/officeart/2018/2/layout/IconVerticalSolidList"/>
    <dgm:cxn modelId="{8638A4F7-A568-4298-9CDF-D1210C83138B}" type="presParOf" srcId="{BE15B204-AACB-4AD4-A6D4-226BB6969EFA}" destId="{E98FBF88-8AE6-415E-8B2C-F59EA35B6526}" srcOrd="0" destOrd="0" presId="urn:microsoft.com/office/officeart/2018/2/layout/IconVerticalSolidList"/>
    <dgm:cxn modelId="{746CAC8D-528A-42D7-8274-9A8B5314F4DF}" type="presParOf" srcId="{BE15B204-AACB-4AD4-A6D4-226BB6969EFA}" destId="{6E2C7CF0-6B03-440A-8226-526D83737F6D}" srcOrd="1" destOrd="0" presId="urn:microsoft.com/office/officeart/2018/2/layout/IconVerticalSolidList"/>
    <dgm:cxn modelId="{0461DDE2-00F9-4795-82DE-1FD3E75FC14A}" type="presParOf" srcId="{BE15B204-AACB-4AD4-A6D4-226BB6969EFA}" destId="{BED450DF-4952-45F6-B94F-BC8B62F808AB}" srcOrd="2" destOrd="0" presId="urn:microsoft.com/office/officeart/2018/2/layout/IconVerticalSolidList"/>
    <dgm:cxn modelId="{8D28BB46-D761-4039-A5AF-74106B9102CA}" type="presParOf" srcId="{BE15B204-AACB-4AD4-A6D4-226BB6969EFA}" destId="{C22BD148-9541-4B80-B7E3-C743BDD70DAC}" srcOrd="3" destOrd="0" presId="urn:microsoft.com/office/officeart/2018/2/layout/IconVerticalSolidList"/>
    <dgm:cxn modelId="{7FCD849F-8074-4DD5-A117-14EFB9DBAB68}" type="presParOf" srcId="{45305DAD-71CE-44B7-804D-0602F77DFE51}" destId="{D5E5927E-8A8F-42CA-A409-7B98F36861BB}" srcOrd="1" destOrd="0" presId="urn:microsoft.com/office/officeart/2018/2/layout/IconVerticalSolidList"/>
    <dgm:cxn modelId="{1FED0993-A82F-44AC-B8F4-DDE8F1641572}" type="presParOf" srcId="{45305DAD-71CE-44B7-804D-0602F77DFE51}" destId="{460D99A1-48E6-497F-B6A6-DC2DEF2A9124}" srcOrd="2" destOrd="0" presId="urn:microsoft.com/office/officeart/2018/2/layout/IconVerticalSolidList"/>
    <dgm:cxn modelId="{453DBC24-15CC-404E-8C0D-EECDC48EB1C8}" type="presParOf" srcId="{460D99A1-48E6-497F-B6A6-DC2DEF2A9124}" destId="{877C00CE-AA10-4163-8715-223EB8D0E2EB}" srcOrd="0" destOrd="0" presId="urn:microsoft.com/office/officeart/2018/2/layout/IconVerticalSolidList"/>
    <dgm:cxn modelId="{AF5838A0-2D32-4B46-8D69-C8F983EFBA20}" type="presParOf" srcId="{460D99A1-48E6-497F-B6A6-DC2DEF2A9124}" destId="{610E4DC6-8514-4822-A890-80E38073F7F8}" srcOrd="1" destOrd="0" presId="urn:microsoft.com/office/officeart/2018/2/layout/IconVerticalSolidList"/>
    <dgm:cxn modelId="{CEBC9A18-E66A-48F8-8166-1D31F7E3E19A}" type="presParOf" srcId="{460D99A1-48E6-497F-B6A6-DC2DEF2A9124}" destId="{02A912A8-DA3C-40E4-A203-72B95E888C32}" srcOrd="2" destOrd="0" presId="urn:microsoft.com/office/officeart/2018/2/layout/IconVerticalSolidList"/>
    <dgm:cxn modelId="{BC3043AE-2E7D-47EE-ADA5-075DC2443D5C}" type="presParOf" srcId="{460D99A1-48E6-497F-B6A6-DC2DEF2A9124}" destId="{7FA666BA-13CF-41C3-96F7-4D860A715111}" srcOrd="3" destOrd="0" presId="urn:microsoft.com/office/officeart/2018/2/layout/IconVerticalSolidList"/>
    <dgm:cxn modelId="{2D4B36AD-D22E-470B-B90D-D1D4910280D6}" type="presParOf" srcId="{45305DAD-71CE-44B7-804D-0602F77DFE51}" destId="{12627646-198B-4A7B-A7A1-A1A4334E0F60}" srcOrd="3" destOrd="0" presId="urn:microsoft.com/office/officeart/2018/2/layout/IconVerticalSolidList"/>
    <dgm:cxn modelId="{35931D68-CABB-4BFD-A69B-0C09F2DD131E}" type="presParOf" srcId="{45305DAD-71CE-44B7-804D-0602F77DFE51}" destId="{956911A2-8917-4140-A623-56713478BB7A}" srcOrd="4" destOrd="0" presId="urn:microsoft.com/office/officeart/2018/2/layout/IconVerticalSolidList"/>
    <dgm:cxn modelId="{A5E07C88-C682-4663-93E8-18FD77077341}" type="presParOf" srcId="{956911A2-8917-4140-A623-56713478BB7A}" destId="{1A6AD356-4471-4A97-A396-F5C5C95FE1FF}" srcOrd="0" destOrd="0" presId="urn:microsoft.com/office/officeart/2018/2/layout/IconVerticalSolidList"/>
    <dgm:cxn modelId="{34EC65B0-38DD-4771-96D9-5F2645C1F764}" type="presParOf" srcId="{956911A2-8917-4140-A623-56713478BB7A}" destId="{4B21ADCE-1B92-4F74-83A8-18412DBCBD42}" srcOrd="1" destOrd="0" presId="urn:microsoft.com/office/officeart/2018/2/layout/IconVerticalSolidList"/>
    <dgm:cxn modelId="{C803362F-91B9-4D0C-9F4C-BBEEA298F677}" type="presParOf" srcId="{956911A2-8917-4140-A623-56713478BB7A}" destId="{C071B7FB-0ECC-4140-B124-9348317723E4}" srcOrd="2" destOrd="0" presId="urn:microsoft.com/office/officeart/2018/2/layout/IconVerticalSolidList"/>
    <dgm:cxn modelId="{018806E2-254E-4B5A-BDBF-F0F6E39FE2EB}" type="presParOf" srcId="{956911A2-8917-4140-A623-56713478BB7A}" destId="{A8992D08-CDEC-4135-B4D1-A841A8072AE8}" srcOrd="3" destOrd="0" presId="urn:microsoft.com/office/officeart/2018/2/layout/IconVerticalSolidList"/>
    <dgm:cxn modelId="{01962B39-6AEA-4D87-9ADD-34C0A41A2A40}" type="presParOf" srcId="{45305DAD-71CE-44B7-804D-0602F77DFE51}" destId="{330D8B9F-4A01-4210-95E6-76566F5E40A4}" srcOrd="5" destOrd="0" presId="urn:microsoft.com/office/officeart/2018/2/layout/IconVerticalSolidList"/>
    <dgm:cxn modelId="{C91FB5D8-0ED2-43CF-A218-87D42E888833}" type="presParOf" srcId="{45305DAD-71CE-44B7-804D-0602F77DFE51}" destId="{FB74DE6A-587A-4474-BEFD-7B91059979C7}" srcOrd="6" destOrd="0" presId="urn:microsoft.com/office/officeart/2018/2/layout/IconVerticalSolidList"/>
    <dgm:cxn modelId="{56E80DE1-0C91-4391-B9E7-A9AB766CF119}" type="presParOf" srcId="{FB74DE6A-587A-4474-BEFD-7B91059979C7}" destId="{D1F4BFD0-07C0-4999-BC5F-03A829F3D6ED}" srcOrd="0" destOrd="0" presId="urn:microsoft.com/office/officeart/2018/2/layout/IconVerticalSolidList"/>
    <dgm:cxn modelId="{C0A0414F-FEB2-419A-A674-1C48EC35D934}" type="presParOf" srcId="{FB74DE6A-587A-4474-BEFD-7B91059979C7}" destId="{686DBAAC-D49E-4606-92CE-93DC9D330141}" srcOrd="1" destOrd="0" presId="urn:microsoft.com/office/officeart/2018/2/layout/IconVerticalSolidList"/>
    <dgm:cxn modelId="{364ABA5A-87D9-4A80-BF98-C8C042848965}" type="presParOf" srcId="{FB74DE6A-587A-4474-BEFD-7B91059979C7}" destId="{CFAC3120-5821-464E-A925-8B75A7B49C9B}" srcOrd="2" destOrd="0" presId="urn:microsoft.com/office/officeart/2018/2/layout/IconVerticalSolidList"/>
    <dgm:cxn modelId="{4DB16702-A0E1-4CEA-B6E1-5D60B1F71F63}" type="presParOf" srcId="{FB74DE6A-587A-4474-BEFD-7B91059979C7}" destId="{739502DC-5CA6-4F1F-B921-8C8101FC06C6}" srcOrd="3" destOrd="0" presId="urn:microsoft.com/office/officeart/2018/2/layout/IconVerticalSolidList"/>
    <dgm:cxn modelId="{A56A7A9D-8160-4DEC-96ED-D20AD5292B28}" type="presParOf" srcId="{45305DAD-71CE-44B7-804D-0602F77DFE51}" destId="{762B4095-8F7F-474A-9474-9A3518C370E0}" srcOrd="7" destOrd="0" presId="urn:microsoft.com/office/officeart/2018/2/layout/IconVerticalSolidList"/>
    <dgm:cxn modelId="{99E6C479-A495-4B19-8BE9-01A2F2C8D960}" type="presParOf" srcId="{45305DAD-71CE-44B7-804D-0602F77DFE51}" destId="{6430FE6D-FA53-4921-86EF-B7C19A38E132}" srcOrd="8" destOrd="0" presId="urn:microsoft.com/office/officeart/2018/2/layout/IconVerticalSolidList"/>
    <dgm:cxn modelId="{462D73DD-CE16-4257-9A50-A74AE072F5A1}" type="presParOf" srcId="{6430FE6D-FA53-4921-86EF-B7C19A38E132}" destId="{3238510D-C0DC-4725-BB23-F92A378D4C63}" srcOrd="0" destOrd="0" presId="urn:microsoft.com/office/officeart/2018/2/layout/IconVerticalSolidList"/>
    <dgm:cxn modelId="{E1082F77-ABC8-4BD0-BF64-0EDA807FE3B5}" type="presParOf" srcId="{6430FE6D-FA53-4921-86EF-B7C19A38E132}" destId="{58B5E207-ED5B-4179-98DE-FEF0A4158347}" srcOrd="1" destOrd="0" presId="urn:microsoft.com/office/officeart/2018/2/layout/IconVerticalSolidList"/>
    <dgm:cxn modelId="{CF96F4D2-9255-465D-8243-B12A1C2F3BE7}" type="presParOf" srcId="{6430FE6D-FA53-4921-86EF-B7C19A38E132}" destId="{0E80EA92-A1B9-4D12-9AE2-8F9DAEA3ADA7}" srcOrd="2" destOrd="0" presId="urn:microsoft.com/office/officeart/2018/2/layout/IconVerticalSolidList"/>
    <dgm:cxn modelId="{9581AA09-CD57-4212-8FF9-1B437D1663F2}" type="presParOf" srcId="{6430FE6D-FA53-4921-86EF-B7C19A38E132}" destId="{A86FB539-6583-4770-BAE3-E173567949E4}" srcOrd="3" destOrd="0" presId="urn:microsoft.com/office/officeart/2018/2/layout/IconVerticalSolidList"/>
    <dgm:cxn modelId="{47F6297E-4EA3-4C18-A010-6E028464C910}" type="presParOf" srcId="{45305DAD-71CE-44B7-804D-0602F77DFE51}" destId="{9414F5E1-3475-4BCF-BBC8-28F07F051E25}" srcOrd="9" destOrd="0" presId="urn:microsoft.com/office/officeart/2018/2/layout/IconVerticalSolidList"/>
    <dgm:cxn modelId="{13A0F685-6413-4889-9DD1-E43198790612}" type="presParOf" srcId="{45305DAD-71CE-44B7-804D-0602F77DFE51}" destId="{B4053235-5023-4FA7-A114-A03CCB3CC60C}" srcOrd="10" destOrd="0" presId="urn:microsoft.com/office/officeart/2018/2/layout/IconVerticalSolidList"/>
    <dgm:cxn modelId="{1E180FE5-39DC-4DAD-B12F-DF0269B40542}" type="presParOf" srcId="{B4053235-5023-4FA7-A114-A03CCB3CC60C}" destId="{A28AEDE6-C6A1-4962-ADB1-6525C9CEFB20}" srcOrd="0" destOrd="0" presId="urn:microsoft.com/office/officeart/2018/2/layout/IconVerticalSolidList"/>
    <dgm:cxn modelId="{30961175-ADCB-468D-B52F-9F532A42D8AA}" type="presParOf" srcId="{B4053235-5023-4FA7-A114-A03CCB3CC60C}" destId="{2B3AF1D5-A496-43CE-BE3D-CA667EFE8E8C}" srcOrd="1" destOrd="0" presId="urn:microsoft.com/office/officeart/2018/2/layout/IconVerticalSolidList"/>
    <dgm:cxn modelId="{1528CCE3-C454-4AE3-85BE-75229199786D}" type="presParOf" srcId="{B4053235-5023-4FA7-A114-A03CCB3CC60C}" destId="{D87C094D-634F-4A90-BA25-6C0EFB759D7B}" srcOrd="2" destOrd="0" presId="urn:microsoft.com/office/officeart/2018/2/layout/IconVerticalSolidList"/>
    <dgm:cxn modelId="{F251E485-3018-4E83-AAA6-982F5BD7C8F9}" type="presParOf" srcId="{B4053235-5023-4FA7-A114-A03CCB3CC60C}" destId="{8727280E-5305-43B1-9192-A4DC5607764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FBF88-8AE6-415E-8B2C-F59EA35B6526}">
      <dsp:nvSpPr>
        <dsp:cNvPr id="0" name=""/>
        <dsp:cNvSpPr/>
      </dsp:nvSpPr>
      <dsp:spPr>
        <a:xfrm>
          <a:off x="0" y="1473"/>
          <a:ext cx="11360800" cy="6278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2C7CF0-6B03-440A-8226-526D83737F6D}">
      <dsp:nvSpPr>
        <dsp:cNvPr id="0" name=""/>
        <dsp:cNvSpPr/>
      </dsp:nvSpPr>
      <dsp:spPr>
        <a:xfrm>
          <a:off x="189938" y="142750"/>
          <a:ext cx="345343" cy="3453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2BD148-9541-4B80-B7E3-C743BDD70DAC}">
      <dsp:nvSpPr>
        <dsp:cNvPr id="0" name=""/>
        <dsp:cNvSpPr/>
      </dsp:nvSpPr>
      <dsp:spPr>
        <a:xfrm>
          <a:off x="725220" y="1473"/>
          <a:ext cx="10635579" cy="627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52" tIns="66452" rIns="66452" bIns="664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kern="1200"/>
            <a:t>Servomotores y su funcionamiento </a:t>
          </a:r>
          <a:endParaRPr lang="en-US" sz="1900" kern="1200"/>
        </a:p>
      </dsp:txBody>
      <dsp:txXfrm>
        <a:off x="725220" y="1473"/>
        <a:ext cx="10635579" cy="627896"/>
      </dsp:txXfrm>
    </dsp:sp>
    <dsp:sp modelId="{877C00CE-AA10-4163-8715-223EB8D0E2EB}">
      <dsp:nvSpPr>
        <dsp:cNvPr id="0" name=""/>
        <dsp:cNvSpPr/>
      </dsp:nvSpPr>
      <dsp:spPr>
        <a:xfrm>
          <a:off x="0" y="786344"/>
          <a:ext cx="11360800" cy="6278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0E4DC6-8514-4822-A890-80E38073F7F8}">
      <dsp:nvSpPr>
        <dsp:cNvPr id="0" name=""/>
        <dsp:cNvSpPr/>
      </dsp:nvSpPr>
      <dsp:spPr>
        <a:xfrm>
          <a:off x="189938" y="927621"/>
          <a:ext cx="345343" cy="3453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A666BA-13CF-41C3-96F7-4D860A715111}">
      <dsp:nvSpPr>
        <dsp:cNvPr id="0" name=""/>
        <dsp:cNvSpPr/>
      </dsp:nvSpPr>
      <dsp:spPr>
        <a:xfrm>
          <a:off x="725220" y="786344"/>
          <a:ext cx="10635579" cy="627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52" tIns="66452" rIns="66452" bIns="664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kern="1200"/>
            <a:t>Conexión entre Arduino y servo</a:t>
          </a:r>
          <a:endParaRPr lang="en-US" sz="1900" kern="1200"/>
        </a:p>
      </dsp:txBody>
      <dsp:txXfrm>
        <a:off x="725220" y="786344"/>
        <a:ext cx="10635579" cy="627896"/>
      </dsp:txXfrm>
    </dsp:sp>
    <dsp:sp modelId="{1A6AD356-4471-4A97-A396-F5C5C95FE1FF}">
      <dsp:nvSpPr>
        <dsp:cNvPr id="0" name=""/>
        <dsp:cNvSpPr/>
      </dsp:nvSpPr>
      <dsp:spPr>
        <a:xfrm>
          <a:off x="0" y="1571215"/>
          <a:ext cx="11360800" cy="6278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21ADCE-1B92-4F74-83A8-18412DBCBD42}">
      <dsp:nvSpPr>
        <dsp:cNvPr id="0" name=""/>
        <dsp:cNvSpPr/>
      </dsp:nvSpPr>
      <dsp:spPr>
        <a:xfrm>
          <a:off x="189938" y="1712492"/>
          <a:ext cx="345343" cy="3453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992D08-CDEC-4135-B4D1-A841A8072AE8}">
      <dsp:nvSpPr>
        <dsp:cNvPr id="0" name=""/>
        <dsp:cNvSpPr/>
      </dsp:nvSpPr>
      <dsp:spPr>
        <a:xfrm>
          <a:off x="725220" y="1571215"/>
          <a:ext cx="10635579" cy="627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52" tIns="66452" rIns="66452" bIns="664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kern="1200"/>
            <a:t>Motores paso a paso (Stepper)</a:t>
          </a:r>
          <a:endParaRPr lang="en-US" sz="1900" kern="1200"/>
        </a:p>
      </dsp:txBody>
      <dsp:txXfrm>
        <a:off x="725220" y="1571215"/>
        <a:ext cx="10635579" cy="627896"/>
      </dsp:txXfrm>
    </dsp:sp>
    <dsp:sp modelId="{D1F4BFD0-07C0-4999-BC5F-03A829F3D6ED}">
      <dsp:nvSpPr>
        <dsp:cNvPr id="0" name=""/>
        <dsp:cNvSpPr/>
      </dsp:nvSpPr>
      <dsp:spPr>
        <a:xfrm>
          <a:off x="0" y="2356087"/>
          <a:ext cx="11360800" cy="6278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6DBAAC-D49E-4606-92CE-93DC9D330141}">
      <dsp:nvSpPr>
        <dsp:cNvPr id="0" name=""/>
        <dsp:cNvSpPr/>
      </dsp:nvSpPr>
      <dsp:spPr>
        <a:xfrm>
          <a:off x="189938" y="2497363"/>
          <a:ext cx="345343" cy="3453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9502DC-5CA6-4F1F-B921-8C8101FC06C6}">
      <dsp:nvSpPr>
        <dsp:cNvPr id="0" name=""/>
        <dsp:cNvSpPr/>
      </dsp:nvSpPr>
      <dsp:spPr>
        <a:xfrm>
          <a:off x="725220" y="2356087"/>
          <a:ext cx="10635579" cy="627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52" tIns="66452" rIns="66452" bIns="664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kern="1200"/>
            <a:t>Tipos de motores steppers</a:t>
          </a:r>
          <a:endParaRPr lang="en-US" sz="1900" kern="1200"/>
        </a:p>
      </dsp:txBody>
      <dsp:txXfrm>
        <a:off x="725220" y="2356087"/>
        <a:ext cx="10635579" cy="627896"/>
      </dsp:txXfrm>
    </dsp:sp>
    <dsp:sp modelId="{3238510D-C0DC-4725-BB23-F92A378D4C63}">
      <dsp:nvSpPr>
        <dsp:cNvPr id="0" name=""/>
        <dsp:cNvSpPr/>
      </dsp:nvSpPr>
      <dsp:spPr>
        <a:xfrm>
          <a:off x="0" y="3140958"/>
          <a:ext cx="11360800" cy="6278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B5E207-ED5B-4179-98DE-FEF0A4158347}">
      <dsp:nvSpPr>
        <dsp:cNvPr id="0" name=""/>
        <dsp:cNvSpPr/>
      </dsp:nvSpPr>
      <dsp:spPr>
        <a:xfrm>
          <a:off x="189938" y="3282235"/>
          <a:ext cx="345343" cy="34534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FB539-6583-4770-BAE3-E173567949E4}">
      <dsp:nvSpPr>
        <dsp:cNvPr id="0" name=""/>
        <dsp:cNvSpPr/>
      </dsp:nvSpPr>
      <dsp:spPr>
        <a:xfrm>
          <a:off x="725220" y="3140958"/>
          <a:ext cx="10635579" cy="627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52" tIns="66452" rIns="66452" bIns="664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kern="1200"/>
            <a:t>Control de motores steppers</a:t>
          </a:r>
          <a:endParaRPr lang="en-US" sz="1900" kern="1200"/>
        </a:p>
      </dsp:txBody>
      <dsp:txXfrm>
        <a:off x="725220" y="3140958"/>
        <a:ext cx="10635579" cy="627896"/>
      </dsp:txXfrm>
    </dsp:sp>
    <dsp:sp modelId="{A28AEDE6-C6A1-4962-ADB1-6525C9CEFB20}">
      <dsp:nvSpPr>
        <dsp:cNvPr id="0" name=""/>
        <dsp:cNvSpPr/>
      </dsp:nvSpPr>
      <dsp:spPr>
        <a:xfrm>
          <a:off x="0" y="3925829"/>
          <a:ext cx="11360800" cy="6278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3AF1D5-A496-43CE-BE3D-CA667EFE8E8C}">
      <dsp:nvSpPr>
        <dsp:cNvPr id="0" name=""/>
        <dsp:cNvSpPr/>
      </dsp:nvSpPr>
      <dsp:spPr>
        <a:xfrm>
          <a:off x="189938" y="4067106"/>
          <a:ext cx="345343" cy="34534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27280E-5305-43B1-9192-A4DC56077649}">
      <dsp:nvSpPr>
        <dsp:cNvPr id="0" name=""/>
        <dsp:cNvSpPr/>
      </dsp:nvSpPr>
      <dsp:spPr>
        <a:xfrm>
          <a:off x="725220" y="3925829"/>
          <a:ext cx="10635579" cy="627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52" tIns="66452" rIns="66452" bIns="664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kern="1200"/>
            <a:t>Ventajas y desventajas de los motores steppers</a:t>
          </a:r>
          <a:endParaRPr lang="en-US" sz="1900" kern="1200"/>
        </a:p>
      </dsp:txBody>
      <dsp:txXfrm>
        <a:off x="725220" y="3925829"/>
        <a:ext cx="10635579" cy="6278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9BB8F-669E-4742-A785-7186AADE1773}" type="datetimeFigureOut">
              <a:rPr lang="es-ES" smtClean="0"/>
              <a:t>07/04/2025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5406C-A9D4-4E78-8A5F-EA5BA6A71CB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0704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200"/>
              <a:buNone/>
              <a:defRPr sz="6933">
                <a:solidFill>
                  <a:srgbClr val="0B539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None/>
              <a:defRPr sz="3733">
                <a:solidFill>
                  <a:srgbClr val="1C458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7265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9571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911867" y="593367"/>
            <a:ext cx="1086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just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9309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823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9508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76652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9929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78691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8083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97948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6256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3C5E-5B1B-4E1D-8601-D9FEB2C67DEB}" type="datetimeFigureOut">
              <a:rPr lang="es-CL" smtClean="0"/>
              <a:t>07-04-2025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283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3C5E-5B1B-4E1D-8601-D9FEB2C67DEB}" type="datetimeFigureOut">
              <a:rPr lang="es-CL" smtClean="0"/>
              <a:t>07-04-2025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63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lvl="1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lvl="2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lvl="3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lvl="4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lvl="5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lvl="6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lvl="7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lvl="8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5">
            <a:alphaModFix amt="63000"/>
          </a:blip>
          <a:stretch>
            <a:fillRect/>
          </a:stretch>
        </p:blipFill>
        <p:spPr>
          <a:xfrm>
            <a:off x="0" y="-62767"/>
            <a:ext cx="2015307" cy="7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>
          <a:blip r:embed="rId16">
            <a:alphaModFix amt="63000"/>
          </a:blip>
          <a:stretch>
            <a:fillRect/>
          </a:stretch>
        </p:blipFill>
        <p:spPr>
          <a:xfrm>
            <a:off x="11243117" y="-15"/>
            <a:ext cx="948900" cy="9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lvl="1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lvl="2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lvl="3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lvl="4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lvl="5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lvl="6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lvl="7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lvl="8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463609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>
            <a:spLocks noGrp="1"/>
          </p:cNvSpPr>
          <p:nvPr>
            <p:ph type="ctrTitle"/>
          </p:nvPr>
        </p:nvSpPr>
        <p:spPr>
          <a:xfrm>
            <a:off x="415605" y="992767"/>
            <a:ext cx="53556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algn="l">
              <a:buSzPct val="100000"/>
            </a:pPr>
            <a:r>
              <a:rPr lang="es"/>
              <a:t>Mecatrónica</a:t>
            </a:r>
            <a:endParaRPr/>
          </a:p>
          <a:p>
            <a:pPr algn="l">
              <a:buSzPct val="208000"/>
            </a:pPr>
            <a:r>
              <a:rPr lang="es" sz="3333"/>
              <a:t>ME-4250</a:t>
            </a:r>
            <a:endParaRPr sz="3333"/>
          </a:p>
        </p:txBody>
      </p:sp>
      <p:sp>
        <p:nvSpPr>
          <p:cNvPr id="58" name="Google Shape;58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000"/>
            </a:pPr>
            <a:fld id="{00000000-1234-1234-1234-123412341234}" type="slidenum">
              <a:rPr lang="es"/>
              <a:pPr>
                <a:buSzPts val="2000"/>
              </a:pPr>
              <a:t>1</a:t>
            </a:fld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1152400" y="5887500"/>
            <a:ext cx="3288400" cy="9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s" sz="1867">
                <a:latin typeface="Roboto Slab"/>
                <a:ea typeface="Roboto Slab"/>
                <a:cs typeface="Roboto Slab"/>
                <a:sym typeface="Roboto Slab"/>
              </a:rPr>
              <a:t>Harold Valenzuela Coloma</a:t>
            </a:r>
            <a:endParaRPr sz="1867"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60" name="Google Shape;6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639" y="496434"/>
            <a:ext cx="5865101" cy="5865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448ED-3EFF-D86F-AD40-2EAE20262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t">
            <a:normAutofit/>
          </a:bodyPr>
          <a:lstStyle/>
          <a:p>
            <a:r>
              <a:rPr lang="es-CL"/>
              <a:t>Contenido 	</a:t>
            </a:r>
            <a:endParaRPr lang="es-CL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962A411-CB57-27C2-F1A2-3A85DB8A1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123884"/>
              </p:ext>
            </p:extLst>
          </p:nvPr>
        </p:nvGraphicFramePr>
        <p:xfrm>
          <a:off x="415600" y="1536633"/>
          <a:ext cx="11360800" cy="455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057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AEDC3-9249-D8D6-567B-14912446C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CL" sz="4100"/>
              <a:t>ServoMotores</a:t>
            </a:r>
          </a:p>
        </p:txBody>
      </p:sp>
      <p:pic>
        <p:nvPicPr>
          <p:cNvPr id="6" name="Imagen 5" descr="Diagrama&#10;&#10;Descripción generada automáticamente">
            <a:extLst>
              <a:ext uri="{FF2B5EF4-FFF2-40B4-BE49-F238E27FC236}">
                <a16:creationId xmlns:a16="http://schemas.microsoft.com/office/drawing/2014/main" id="{B90DED41-A924-B501-158C-705A21BD7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7" r="3" b="3"/>
          <a:stretch/>
        </p:blipFill>
        <p:spPr>
          <a:xfrm>
            <a:off x="415600" y="1547467"/>
            <a:ext cx="5489900" cy="43525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7D9EED-C7FB-7BD6-D053-17EC864A7D2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86500" y="1547467"/>
            <a:ext cx="5489900" cy="4352544"/>
          </a:xfrm>
        </p:spPr>
        <p:txBody>
          <a:bodyPr anchor="t">
            <a:normAutofit/>
          </a:bodyPr>
          <a:lstStyle/>
          <a:p>
            <a:pPr marL="0" indent="0" algn="ctr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>
                <a:solidFill>
                  <a:schemeClr val="dk1"/>
                </a:solidFill>
              </a:rPr>
              <a:t>Que es un servomotor ?</a:t>
            </a:r>
          </a:p>
          <a:p>
            <a:pPr marL="0" indent="0" algn="ctr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>
                <a:solidFill>
                  <a:schemeClr val="dk1"/>
                </a:solidFill>
              </a:rPr>
              <a:t>Es un tipo de motor con una caja reductora y con un potenciómetro el cual se utiliza para obtener la posición del motor.</a:t>
            </a:r>
          </a:p>
          <a:p>
            <a:pPr marL="0" indent="0" algn="ctr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>
                <a:solidFill>
                  <a:schemeClr val="dk1"/>
                </a:solidFill>
              </a:rPr>
              <a:t>Su rango de giro es de 0 a 180 grados.</a:t>
            </a:r>
          </a:p>
          <a:p>
            <a:pPr marL="0" indent="0" algn="ctr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b="0" i="0" u="none" strike="noStrike" cap="none">
              <a:solidFill>
                <a:schemeClr val="dk1"/>
              </a:solidFill>
            </a:endParaRPr>
          </a:p>
          <a:p>
            <a:pPr marL="0" indent="0" algn="ctr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b="0" i="0" u="none" strike="noStrike" cap="none">
              <a:solidFill>
                <a:schemeClr val="dk1"/>
              </a:solidFill>
            </a:endParaRPr>
          </a:p>
          <a:p>
            <a:pPr marL="0" indent="0" algn="ctr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b="0" i="0" u="none" strike="noStrike" cap="none">
              <a:solidFill>
                <a:schemeClr val="dk1"/>
              </a:solidFill>
            </a:endParaRPr>
          </a:p>
          <a:p>
            <a:pPr marL="0" indent="0" algn="ctr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b="0" i="0" u="none" strike="noStrike" cap="none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62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FFD18-509D-A3A6-99D9-C7DF24EBD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dirty="0" err="1"/>
              <a:t>Funcionamiento</a:t>
            </a:r>
            <a:endParaRPr lang="en-US" dirty="0"/>
          </a:p>
        </p:txBody>
      </p:sp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2A6B97AB-22C9-6285-C342-7D3986ED6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279" y="1536633"/>
            <a:ext cx="10655441" cy="4555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00834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2B47F-669E-635B-C26B-97B4A8F9C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Conexión Arduino Servomotor</a:t>
            </a:r>
            <a:endParaRPr lang="es-CL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61929E4-9FA4-A1F6-23F6-08F323FED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7851" y="2144456"/>
            <a:ext cx="7585470" cy="3541712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12FA611-0762-80F8-2A41-46E704A3C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1971" y="1895218"/>
            <a:ext cx="218122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075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95FC9-F8B1-10EE-2721-AEE93CD0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Motor paso a paso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085D6B-BF9C-6688-5336-E66780CED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5183188" cy="3541714"/>
          </a:xfrm>
        </p:spPr>
        <p:txBody>
          <a:bodyPr/>
          <a:lstStyle/>
          <a:p>
            <a:r>
              <a:rPr lang="es-CL" dirty="0"/>
              <a:t>Que era un motor ? Como funcionaba ?</a:t>
            </a:r>
          </a:p>
          <a:p>
            <a:endParaRPr lang="es-CL" dirty="0"/>
          </a:p>
          <a:p>
            <a:r>
              <a:rPr lang="es-CL" dirty="0"/>
              <a:t>Y los motores paso a paso ?</a:t>
            </a:r>
          </a:p>
          <a:p>
            <a:pPr marL="0" indent="0">
              <a:buNone/>
            </a:pPr>
            <a:r>
              <a:rPr lang="es-ES" dirty="0"/>
              <a:t>Un motor paso a paso es un dispositivo electromecánico que convierte una serie de pulsos eléctricos en desplazamientos angulares</a:t>
            </a:r>
            <a:endParaRPr lang="es-CL" dirty="0"/>
          </a:p>
        </p:txBody>
      </p:sp>
      <p:pic>
        <p:nvPicPr>
          <p:cNvPr id="7" name="Imagen 6" descr="Diagrama">
            <a:extLst>
              <a:ext uri="{FF2B5EF4-FFF2-40B4-BE49-F238E27FC236}">
                <a16:creationId xmlns:a16="http://schemas.microsoft.com/office/drawing/2014/main" id="{55592F97-8797-D88B-0011-717A8E302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688" y="2067719"/>
            <a:ext cx="487852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02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7CEFEE-22BE-F688-1055-914AE2796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Como funciona el stepper motor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2D6A33-CA2D-A4D4-0CE4-663A0C937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86" y="2509349"/>
            <a:ext cx="10763250" cy="302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916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E34CE-634B-25D3-1516-737CC7DD4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/>
          </a:bodyPr>
          <a:lstStyle/>
          <a:p>
            <a:r>
              <a:rPr lang="es-CL" dirty="0"/>
              <a:t>Tipos de motores paso a paso 	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8DEF6FA-5A95-DE9E-D6F9-25D827CB6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541714"/>
          </a:xfrm>
        </p:spPr>
        <p:txBody>
          <a:bodyPr>
            <a:normAutofit/>
          </a:bodyPr>
          <a:lstStyle/>
          <a:p>
            <a:r>
              <a:rPr lang="en-US" sz="1800" dirty="0" err="1"/>
              <a:t>Reductancia</a:t>
            </a:r>
            <a:r>
              <a:rPr lang="en-US" sz="1800" dirty="0"/>
              <a:t> variable</a:t>
            </a:r>
          </a:p>
          <a:p>
            <a:r>
              <a:rPr lang="en-US" sz="1800" dirty="0" err="1"/>
              <a:t>Imanes</a:t>
            </a:r>
            <a:r>
              <a:rPr lang="en-US" sz="1800" dirty="0"/>
              <a:t> </a:t>
            </a:r>
            <a:r>
              <a:rPr lang="en-US" sz="1800" dirty="0" err="1"/>
              <a:t>permanentes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Hibridos</a:t>
            </a:r>
            <a:endParaRPr lang="en-US" sz="1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E048CA2-25C4-DA53-9F3B-A9E394550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289" y="972103"/>
            <a:ext cx="2382585" cy="2208674"/>
          </a:xfrm>
          <a:prstGeom prst="rect">
            <a:avLst/>
          </a:prstGeom>
        </p:spPr>
      </p:pic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14F4B34-4B77-4C14-F71C-19B7743B9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03" y="3845148"/>
            <a:ext cx="2146064" cy="194605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4E63351-B07F-2FE3-2A79-F1E075B43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907" y="3899283"/>
            <a:ext cx="2140043" cy="191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257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B94A0-EB55-B4C4-0D58-58F94B27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r>
              <a:rPr lang="es-CL"/>
              <a:t>Hybrid stepper motor</a:t>
            </a:r>
            <a:endParaRPr lang="es-CL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00B615D-EA4F-7DFA-FDAE-C851596A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0" y="1536633"/>
            <a:ext cx="5585150" cy="4555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Step size 1.8°</a:t>
            </a:r>
          </a:p>
          <a:p>
            <a:pPr>
              <a:spcAft>
                <a:spcPts val="600"/>
              </a:spcAft>
            </a:pPr>
            <a:r>
              <a:rPr lang="en-US"/>
              <a:t>Rotor con un polo negative y positive</a:t>
            </a:r>
          </a:p>
          <a:p>
            <a:pPr>
              <a:spcAft>
                <a:spcPts val="600"/>
              </a:spcAft>
            </a:pPr>
            <a:r>
              <a:rPr lang="en-US"/>
              <a:t>Rotor con 50 dientes, Estator con 48 dientes.</a:t>
            </a:r>
          </a:p>
          <a:p>
            <a:pPr>
              <a:spcAft>
                <a:spcPts val="600"/>
              </a:spcAft>
            </a:pPr>
            <a:r>
              <a:rPr lang="en-US"/>
              <a:t>Secciones del rotor y estator, 2 alineadas, 2 desalineadas y 4 semidesalineadas</a:t>
            </a:r>
          </a:p>
          <a:p>
            <a:pPr>
              <a:spcAft>
                <a:spcPts val="600"/>
              </a:spcAft>
            </a:pPr>
            <a:endParaRPr lang="en-US"/>
          </a:p>
        </p:txBody>
      </p:sp>
      <p:pic>
        <p:nvPicPr>
          <p:cNvPr id="6" name="Marcador de contenido 5" descr="Cámara de video">
            <a:extLst>
              <a:ext uri="{FF2B5EF4-FFF2-40B4-BE49-F238E27FC236}">
                <a16:creationId xmlns:a16="http://schemas.microsoft.com/office/drawing/2014/main" id="{01010976-4967-9CB2-A6AE-1F62F20BA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28" r="-1" b="11712"/>
          <a:stretch/>
        </p:blipFill>
        <p:spPr>
          <a:xfrm>
            <a:off x="415600" y="1536633"/>
            <a:ext cx="5585150" cy="4555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4213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B61E9-A095-8043-4229-3E936E79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Conexión Arduino y </a:t>
            </a:r>
            <a:r>
              <a:rPr lang="es-CL" dirty="0" err="1"/>
              <a:t>Stepper</a:t>
            </a:r>
            <a:r>
              <a:rPr lang="es-CL" dirty="0"/>
              <a:t> </a:t>
            </a:r>
          </a:p>
        </p:txBody>
      </p:sp>
      <p:pic>
        <p:nvPicPr>
          <p:cNvPr id="5" name="Marcador de contenido 4" descr="Diagrama, Esquemático&#10;&#10;Descripción generada automáticamente">
            <a:extLst>
              <a:ext uri="{FF2B5EF4-FFF2-40B4-BE49-F238E27FC236}">
                <a16:creationId xmlns:a16="http://schemas.microsoft.com/office/drawing/2014/main" id="{6DEAE53A-C90B-0CB9-0522-06D5BE6D3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50" y="2211388"/>
            <a:ext cx="5835775" cy="3541712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AB8F1FC-9333-A4B2-DCD2-C068F7F0A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025" y="1743869"/>
            <a:ext cx="492442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29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8B02D-C6FA-2221-2D62-D4D6E6467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5713" y="1125537"/>
            <a:ext cx="4649783" cy="823912"/>
          </a:xfrm>
        </p:spPr>
        <p:txBody>
          <a:bodyPr/>
          <a:lstStyle/>
          <a:p>
            <a:r>
              <a:rPr lang="es-CL" dirty="0"/>
              <a:t>Ventajas	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87BCE0-F6D7-F49B-3B47-D787D10F6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1410" y="2249485"/>
            <a:ext cx="4878391" cy="3541713"/>
          </a:xfrm>
        </p:spPr>
        <p:txBody>
          <a:bodyPr>
            <a:normAutofit/>
          </a:bodyPr>
          <a:lstStyle/>
          <a:p>
            <a:r>
              <a:rPr lang="es-CL" dirty="0"/>
              <a:t>No requiere un sensor para la detección de su posicionamiento </a:t>
            </a:r>
          </a:p>
          <a:p>
            <a:r>
              <a:rPr lang="es-CL" dirty="0"/>
              <a:t>Su control es simple</a:t>
            </a:r>
          </a:p>
          <a:p>
            <a:r>
              <a:rPr lang="es-CL" dirty="0"/>
              <a:t>Se puede alcanzar una alta precisión de su posición</a:t>
            </a:r>
          </a:p>
          <a:p>
            <a:r>
              <a:rPr lang="es-CL" dirty="0"/>
              <a:t>Buen torque a bajas velocidades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CD422B-11DA-EE06-44E0-5BA755DC61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9685" y="1066802"/>
            <a:ext cx="4646602" cy="823912"/>
          </a:xfrm>
        </p:spPr>
        <p:txBody>
          <a:bodyPr/>
          <a:lstStyle/>
          <a:p>
            <a:r>
              <a:rPr lang="es-CL" dirty="0"/>
              <a:t>Desventajas	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DAD0999-7455-2DF4-CC96-E94E75C1DE8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49485"/>
            <a:ext cx="4875210" cy="3541713"/>
          </a:xfrm>
        </p:spPr>
        <p:txBody>
          <a:bodyPr>
            <a:normAutofit/>
          </a:bodyPr>
          <a:lstStyle/>
          <a:p>
            <a:r>
              <a:rPr lang="es-CL" dirty="0"/>
              <a:t>Puede perder un paso si el torque de carga es demasiado alto.</a:t>
            </a:r>
          </a:p>
          <a:p>
            <a:r>
              <a:rPr lang="es-CL" dirty="0"/>
              <a:t>Siempre utilizan la corriente máxima.</a:t>
            </a:r>
          </a:p>
          <a:p>
            <a:r>
              <a:rPr lang="es-ES" dirty="0"/>
              <a:t>Tienen un torque bajo ruidosos a altas velocidades.</a:t>
            </a:r>
            <a:r>
              <a:rPr lang="es-CL" dirty="0"/>
              <a:t> </a:t>
            </a:r>
          </a:p>
          <a:p>
            <a:r>
              <a:rPr lang="es-ES" dirty="0"/>
              <a:t>tienen baja densidad de potencia y una baja relación torque-inercia.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45266559"/>
      </p:ext>
    </p:extLst>
  </p:cSld>
  <p:clrMapOvr>
    <a:masterClrMapping/>
  </p:clrMapOvr>
</p:sld>
</file>

<file path=ppt/theme/theme1.xml><?xml version="1.0" encoding="utf-8"?>
<a:theme xmlns:a="http://schemas.openxmlformats.org/drawingml/2006/main" name="robotic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botica" id="{647D301C-52C8-4CB2-BB7A-ED930B029529}" vid="{7BBA8B0D-E075-4FF6-8C72-3370B3451D1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robotica</Template>
  <TotalTime>8276</TotalTime>
  <Words>252</Words>
  <Application>Microsoft Office PowerPoint</Application>
  <PresentationFormat>Panorámica</PresentationFormat>
  <Paragraphs>45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Arial</vt:lpstr>
      <vt:lpstr>Bungee Shade</vt:lpstr>
      <vt:lpstr>Roboto Slab</vt:lpstr>
      <vt:lpstr>robotica</vt:lpstr>
      <vt:lpstr>Mecatrónica ME-4250</vt:lpstr>
      <vt:lpstr>Contenido  </vt:lpstr>
      <vt:lpstr>ServoMotores</vt:lpstr>
      <vt:lpstr>Funcionamiento</vt:lpstr>
      <vt:lpstr>Conexión Arduino Servomotor</vt:lpstr>
      <vt:lpstr>Motor paso a paso </vt:lpstr>
      <vt:lpstr>Como funciona el stepper motor</vt:lpstr>
      <vt:lpstr>Tipos de motores paso a paso  </vt:lpstr>
      <vt:lpstr>Hybrid stepper motor</vt:lpstr>
      <vt:lpstr>Conexión Arduino y Stepper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Harold Valenzuela Coloma (harold.valenzuela)</dc:creator>
  <cp:lastModifiedBy>Harold Valenzuela Coloma (harold.valenzuela)</cp:lastModifiedBy>
  <cp:revision>16</cp:revision>
  <dcterms:created xsi:type="dcterms:W3CDTF">2022-08-03T00:34:22Z</dcterms:created>
  <dcterms:modified xsi:type="dcterms:W3CDTF">2025-04-07T05:05:23Z</dcterms:modified>
</cp:coreProperties>
</file>